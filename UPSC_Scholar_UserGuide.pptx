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Scholar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4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 Questions  ·  2015–2025  ·  AI-Powered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2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" y="1728216"/>
            <a:ext cx="3611880" cy="2029968"/>
          </a:xfrm>
          <a:prstGeom prst="rect">
            <a:avLst/>
          </a:prstGeom>
          <a:solidFill>
            <a:srgbClr val="CCC0B0"/>
          </a:solidFill>
          <a:ln w="12700">
            <a:solidFill>
              <a:srgbClr val="CCC0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361188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C268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64208"/>
            <a:ext cx="3611880" cy="73152"/>
          </a:xfrm>
          <a:prstGeom prst="rect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Practice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337560" cy="0"/>
          </a:xfrm>
          <a:prstGeom prst="line">
            <a:avLst/>
          </a:prstGeom>
          <a:noFill/>
          <a:ln w="6350">
            <a:solidFill>
              <a:srgbClr val="E5D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9424"/>
            <a:ext cx="3337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topic, year &amp; difficulty. One question at a time. AI explains every answer instantly.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38244" y="1728216"/>
            <a:ext cx="3611880" cy="2029968"/>
          </a:xfrm>
          <a:prstGeom prst="rect">
            <a:avLst/>
          </a:prstGeom>
          <a:solidFill>
            <a:srgbClr val="CCC0B0"/>
          </a:solidFill>
          <a:ln w="12700">
            <a:solidFill>
              <a:srgbClr val="CCC0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3380" y="1664208"/>
            <a:ext cx="361188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C268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3380" y="1664208"/>
            <a:ext cx="3611880" cy="73152"/>
          </a:xfrm>
          <a:prstGeom prst="rect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0540" y="1755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Mock Test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0540" y="2194560"/>
            <a:ext cx="3337560" cy="0"/>
          </a:xfrm>
          <a:prstGeom prst="line">
            <a:avLst/>
          </a:prstGeom>
          <a:noFill/>
          <a:ln w="6350">
            <a:solidFill>
              <a:srgbClr val="E5D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0540" y="2249424"/>
            <a:ext cx="3337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full-length or topic mock. Submit all at end. Scorecard with topic breakdown.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10144" y="1728216"/>
            <a:ext cx="3611880" cy="2029968"/>
          </a:xfrm>
          <a:prstGeom prst="rect">
            <a:avLst/>
          </a:prstGeom>
          <a:solidFill>
            <a:srgbClr val="CCC0B0"/>
          </a:solidFill>
          <a:ln w="12700">
            <a:solidFill>
              <a:srgbClr val="CCC0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1664208"/>
            <a:ext cx="361188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C268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664208"/>
            <a:ext cx="3611880" cy="73152"/>
          </a:xfrm>
          <a:prstGeom prst="rect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755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Exam Mode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2440" y="2194560"/>
            <a:ext cx="3337560" cy="0"/>
          </a:xfrm>
          <a:prstGeom prst="line">
            <a:avLst/>
          </a:prstGeom>
          <a:noFill/>
          <a:ln w="6350">
            <a:solidFill>
              <a:srgbClr val="E5D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249424"/>
            <a:ext cx="3337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focus mode. 72 sec/question timer. Real exam simulation.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" y="4014216"/>
            <a:ext cx="3611880" cy="2029968"/>
          </a:xfrm>
          <a:prstGeom prst="rect">
            <a:avLst/>
          </a:prstGeom>
          <a:solidFill>
            <a:srgbClr val="CCC0B0"/>
          </a:solidFill>
          <a:ln w="12700">
            <a:solidFill>
              <a:srgbClr val="CCC0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50208"/>
            <a:ext cx="361188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C268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950208"/>
            <a:ext cx="3611880" cy="73152"/>
          </a:xfrm>
          <a:prstGeom prst="rect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41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Mentor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3337560" cy="0"/>
          </a:xfrm>
          <a:prstGeom prst="line">
            <a:avLst/>
          </a:prstGeom>
          <a:noFill/>
          <a:ln w="6350">
            <a:solidFill>
              <a:srgbClr val="E5D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35424"/>
            <a:ext cx="3337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answer: why correct option wins, why wrong options tempt, UPSC pattern + memory trick.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38244" y="4014216"/>
            <a:ext cx="3611880" cy="2029968"/>
          </a:xfrm>
          <a:prstGeom prst="rect">
            <a:avLst/>
          </a:prstGeom>
          <a:solidFill>
            <a:srgbClr val="CCC0B0"/>
          </a:solidFill>
          <a:ln w="12700">
            <a:solidFill>
              <a:srgbClr val="CCC0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83380" y="3950208"/>
            <a:ext cx="361188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C268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3380" y="3950208"/>
            <a:ext cx="3611880" cy="73152"/>
          </a:xfrm>
          <a:prstGeom prst="rect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0540" y="4041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Stats &amp; Calendar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20540" y="4480560"/>
            <a:ext cx="3337560" cy="0"/>
          </a:xfrm>
          <a:prstGeom prst="line">
            <a:avLst/>
          </a:prstGeom>
          <a:noFill/>
          <a:ln w="6350">
            <a:solidFill>
              <a:srgbClr val="E5D8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20540" y="4535424"/>
            <a:ext cx="3337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streak, topic-wise accuracy, weak topics flagged, daily goals.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10144" y="4014216"/>
            <a:ext cx="3611880" cy="2029968"/>
          </a:xfrm>
          <a:prstGeom prst="rect">
            <a:avLst/>
          </a:prstGeom>
          <a:solidFill>
            <a:srgbClr val="CCC0B0"/>
          </a:solidFill>
          <a:ln w="12700">
            <a:solidFill>
              <a:srgbClr val="CCC0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3950208"/>
            <a:ext cx="361188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C268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3950208"/>
            <a:ext cx="3611880" cy="73152"/>
          </a:xfrm>
          <a:prstGeom prst="rect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4041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🔖  Bookmarks &amp; Challenge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92440" y="4480560"/>
            <a:ext cx="3337560" cy="0"/>
          </a:xfrm>
          <a:prstGeom prst="line">
            <a:avLst/>
          </a:prstGeom>
          <a:noFill/>
          <a:ln w="6350">
            <a:solidFill>
              <a:srgbClr val="E5D8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92440" y="4535424"/>
            <a:ext cx="3337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tricky Qs. Challenge friends on WhatsApp.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29107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you practice today is a step closer to your dream.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UPSC Scholar Daily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5532120" cy="5276088"/>
          </a:xfrm>
          <a:prstGeom prst="rect">
            <a:avLst/>
          </a:prstGeom>
          <a:solidFill>
            <a:srgbClr val="F3EDE5"/>
          </a:solidFill>
          <a:ln w="10160">
            <a:solidFill>
              <a:srgbClr val="E0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Study 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5257800" cy="0"/>
          </a:xfrm>
          <a:prstGeom prst="line">
            <a:avLst/>
          </a:prstGeom>
          <a:noFill/>
          <a:ln w="12700">
            <a:solidFill>
              <a:srgbClr val="C268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01952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828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— Practice 20 Qs by weak topic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5166360" cy="0"/>
          </a:xfrm>
          <a:prstGeom prst="line">
            <a:avLst/>
          </a:prstGeom>
          <a:noFill/>
          <a:ln w="3810">
            <a:solidFill>
              <a:srgbClr val="E0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798064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" y="27249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AI explanation — understand the trap, not just the answer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5166360" cy="0"/>
          </a:xfrm>
          <a:prstGeom prst="line">
            <a:avLst/>
          </a:prstGeom>
          <a:noFill/>
          <a:ln w="3810">
            <a:solidFill>
              <a:srgbClr val="E0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694176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0704" y="36210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— Take a full Mock Test, check topic scorecard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5166360" cy="0"/>
          </a:xfrm>
          <a:prstGeom prst="line">
            <a:avLst/>
          </a:prstGeom>
          <a:noFill/>
          <a:ln w="3810">
            <a:solidFill>
              <a:srgbClr val="E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590288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" y="451713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exam — Use Exam Mode for pressure simulation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5166360" cy="0"/>
          </a:xfrm>
          <a:prstGeom prst="line">
            <a:avLst/>
          </a:prstGeom>
          <a:noFill/>
          <a:ln w="3810">
            <a:solidFill>
              <a:srgbClr val="E0D4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486400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" y="541324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bookmarked Qs before sleep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91072" y="1078992"/>
            <a:ext cx="5532120" cy="5276088"/>
          </a:xfrm>
          <a:prstGeom prst="rect">
            <a:avLst/>
          </a:prstGeom>
          <a:solidFill>
            <a:srgbClr val="F3EDE5"/>
          </a:solidFill>
          <a:ln w="10160">
            <a:solidFill>
              <a:srgbClr val="E0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1188720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Mentor Changes Everything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28232" y="1664208"/>
            <a:ext cx="5257800" cy="0"/>
          </a:xfrm>
          <a:prstGeom prst="line">
            <a:avLst/>
          </a:prstGeom>
          <a:noFill/>
          <a:ln w="12700">
            <a:solidFill>
              <a:srgbClr val="C268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1810512"/>
            <a:ext cx="5257800" cy="749808"/>
          </a:xfrm>
          <a:prstGeom prst="rect">
            <a:avLst/>
          </a:prstGeom>
          <a:solidFill>
            <a:srgbClr val="FDE8E8"/>
          </a:solidFill>
          <a:ln w="10160">
            <a:solidFill>
              <a:srgbClr val="E8B8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181051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way:  Mark wrong, move on, repeat same mistake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2651760"/>
            <a:ext cx="5257800" cy="822960"/>
          </a:xfrm>
          <a:prstGeom prst="rect">
            <a:avLst/>
          </a:prstGeom>
          <a:solidFill>
            <a:srgbClr val="E6F4EA"/>
          </a:solidFill>
          <a:ln w="10160">
            <a:solidFill>
              <a:srgbClr val="A0D0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2651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 way:  Understand WHY each wrong option tempts you → never fall for it again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3963924"/>
            <a:ext cx="164592" cy="164592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48272" y="3621024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3 wrong options proactively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46520" y="4471416"/>
            <a:ext cx="5257800" cy="0"/>
          </a:xfrm>
          <a:prstGeom prst="line">
            <a:avLst/>
          </a:prstGeom>
          <a:noFill/>
          <a:ln w="3810">
            <a:solidFill>
              <a:srgbClr val="E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4814316"/>
            <a:ext cx="164592" cy="164592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4471416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UPSC-specific pattern recognition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46520" y="5321808"/>
            <a:ext cx="5257800" cy="0"/>
          </a:xfrm>
          <a:prstGeom prst="line">
            <a:avLst/>
          </a:prstGeom>
          <a:noFill/>
          <a:ln w="3810">
            <a:solidFill>
              <a:srgbClr val="E0D4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3952" y="5664708"/>
            <a:ext cx="164592" cy="164592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5321808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lock — one-line trick to recall under pressure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4652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CSE Prelims 2015–2025  |  Offline-ready  |  No login required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UPSC Scholar User Guide</dc:title>
  <dc:subject>PptxGenJS Presentation</dc:subject>
  <dc:creator>UPSC Scholar</dc:creator>
  <cp:lastModifiedBy>UPSC Scholar</cp:lastModifiedBy>
  <cp:revision>1</cp:revision>
  <dcterms:created xsi:type="dcterms:W3CDTF">2026-04-11T04:15:31Z</dcterms:created>
  <dcterms:modified xsi:type="dcterms:W3CDTF">2026-04-11T04:15:31Z</dcterms:modified>
</cp:coreProperties>
</file>